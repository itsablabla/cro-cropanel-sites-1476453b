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example.com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(88/100)  ·  4 findings  ·  4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is the homepage's ability to establish trust and reduce purchase risk for first-time visitors, but it is bleeding value because the homepage lacks any trust signals above the fold—no returns policy, guarantee, reviews, or security badge—leaving visitors with nothing to offset their uncertainty.</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0.8–3.4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Six standard security headers are absent, weakening protection against XSS, clickjacking, and downgrade attacks.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reviews, or security badge, so first-time visitors have nothing</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because page titles, meta descriptions, and Open Graph tags are missing or outsi</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C0392B"/>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No responsive viewport declared</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Mobile browsers render the desktop layout scaled down, making tap targets too small and hurting usability.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HSTS, CSP, X-Content-Type-Options,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6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the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 reviews, security badge."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reviews, security badge,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0 chars (15-60 recommended); description 0 chars (70-160 recommended); og:title missing, og:image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Search and social previews are degraded: page title (absent), meta description, Open Graph tags are missing or outside recommended lengths.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4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responsive viewport declared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mobile render: no &lt;meta name="viewport"&gt; present."</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Without a viewport meta tag mobile browsers render the desktop layout scaled down, making every tap target too small.</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No responsive viewport declared</a:t>
            </a:r>
          </a:p>
        </p:txBody>
      </p:sp>
      <p:sp>
        <p:nvSpPr>
          <p:cNvPr id="5" name="TextBox 4"/>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6" name="TextBox 5"/>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7" name="TextBox 6"/>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8" name="TextBox 7"/>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9" name="TextBox 8"/>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0" name="TextBox 9"/>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